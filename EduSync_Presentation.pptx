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B82F6"/>
                </a:solidFill>
                <a:latin typeface="Calibri"/>
              </a:defRPr>
            </a:pPr>
            <a:r>
              <a:t>INTERNSHIP PROJECT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874519"/>
            <a:ext cx="13716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Edu-Sync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017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Calibri"/>
              </a:defRPr>
            </a:pPr>
            <a:r>
              <a:t>A Comprehensive College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Full-Stack Web Application  •  MERN Stack  •  Role-Based Access 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937760"/>
            <a:ext cx="21031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50292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Presented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5303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Nandan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40" y="4937760"/>
            <a:ext cx="21031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50292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Guided 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5303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Faculty Guide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937760"/>
            <a:ext cx="21031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50292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Institution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5303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College Name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4937760"/>
            <a:ext cx="21031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50292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Duration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5303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2025 –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1/12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0120"/>
            <a:ext cx="10972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Edu-Sync is a full-stack college management system designed to digitize and streamline institutional operations across five distinct user roles.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502920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2395728"/>
            <a:ext cx="365760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803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Manual timetable creation is error-prone &amp; time-consuming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08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Leave management lacks transparency and automation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3375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No centralized platform for faculty/student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66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Credential management is scattered &amp; insecure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97680"/>
            <a:ext cx="502920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4407408"/>
            <a:ext cx="36576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5262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892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Automated timetable generation from workload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1206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Digital leave workflow with timetable auto-adjustment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3492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Unified role-based dashboards for all stakeholders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577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Secure encrypted credential management for admin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188720"/>
            <a:ext cx="5303520" cy="4937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783080"/>
            <a:ext cx="73152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83680" y="2057400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194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React 18 + TypeScript + Vite + Framer Motion + Tailwind CSS</a:t>
            </a:r>
          </a:p>
        </p:txBody>
      </p:sp>
      <p:sp>
        <p:nvSpPr>
          <p:cNvPr id="28" name="Oval 27"/>
          <p:cNvSpPr/>
          <p:nvPr/>
        </p:nvSpPr>
        <p:spPr>
          <a:xfrm>
            <a:off x="6583680" y="2606040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2514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Node.js + Express.js + RESTful API Architecture</a:t>
            </a:r>
          </a:p>
        </p:txBody>
      </p:sp>
      <p:sp>
        <p:nvSpPr>
          <p:cNvPr id="31" name="Oval 30"/>
          <p:cNvSpPr/>
          <p:nvPr/>
        </p:nvSpPr>
        <p:spPr>
          <a:xfrm>
            <a:off x="6583680" y="3154680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3063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918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MongoDB + Mongoose ODM</a:t>
            </a:r>
          </a:p>
        </p:txBody>
      </p:sp>
      <p:sp>
        <p:nvSpPr>
          <p:cNvPr id="34" name="Oval 33"/>
          <p:cNvSpPr/>
          <p:nvPr/>
        </p:nvSpPr>
        <p:spPr>
          <a:xfrm>
            <a:off x="6583680" y="3703320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3611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3840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JWT (Access + Refresh) + bcrypt + AES-256 Encryption</a:t>
            </a:r>
          </a:p>
        </p:txBody>
      </p:sp>
      <p:sp>
        <p:nvSpPr>
          <p:cNvPr id="37" name="Oval 36"/>
          <p:cNvSpPr/>
          <p:nvPr/>
        </p:nvSpPr>
        <p:spPr>
          <a:xfrm>
            <a:off x="6583680" y="4251960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0" y="4160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File I/O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3891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ExcelJS + SheetJS + csv-parser + Multer</a:t>
            </a:r>
          </a:p>
        </p:txBody>
      </p:sp>
      <p:sp>
        <p:nvSpPr>
          <p:cNvPr id="40" name="Oval 39"/>
          <p:cNvSpPr/>
          <p:nvPr/>
        </p:nvSpPr>
        <p:spPr>
          <a:xfrm>
            <a:off x="6583680" y="4800600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4937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Helmet + CORS + Rate Limiting + Mongo Sanitize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303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5 Roles:  Admin  •  Principal  •  HOD  •  Faculty  •  Student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2/12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0120"/>
            <a:ext cx="10972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34747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37160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38988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3716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Automate Timetable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Develop an algorithm that parses faculty workload data (Excel/CSV) and auto-generates conflict-free academic timetables with lab/theory distribution.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188720"/>
            <a:ext cx="34747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63439" y="1371600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39" y="138988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39" y="13716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Implement Leave–Timetable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39" y="18288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Create a leave workflow (Faculty→HOD→Principal) that automatically adjusts timetables, assigns substitutes, and generates adjusted schedules upon approval.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598" y="1188720"/>
            <a:ext cx="34747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12478" y="1371600"/>
            <a:ext cx="320040" cy="3200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8" y="138988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78" y="13716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Build Role-Based Access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8" y="18288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Design five isolated dashboards (Admin, Principal, HOD, Faculty, Student) with granular permission middleware ensuring data security.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749040"/>
            <a:ext cx="34747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31920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95020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9319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Enable Bulk Staff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389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Allow admin to bulk-import faculty via Excel/CSV with auto-generated encrypted credentials and provide password recovery capabilities.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59" y="3749040"/>
            <a:ext cx="34747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63439" y="3931920"/>
            <a:ext cx="320040" cy="32004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39" y="395020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39" y="39319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Develop Student Self-Registration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39" y="4389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Implement student self-registration with unique constraints (email + phone), auto-generated register numbers, and immediate JWT-based authentication.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598" y="3749040"/>
            <a:ext cx="34747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12478" y="3931920"/>
            <a:ext cx="320040" cy="32004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78" y="395020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78" y="39319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Ensure Data Security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78" y="4389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Implement AES-256 encryption for stored credentials, bcrypt password hashing, JWT token rotation, rate limiting, and input sanitization.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3/12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0120"/>
            <a:ext cx="10972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474720" cy="3108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34747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463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PRESENTATION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783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React + TypeScript + Vite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945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Role-based UI routing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5059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Framer Motion animations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70662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Responsive dashboards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962656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Real-time form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560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1280160"/>
            <a:ext cx="3474720" cy="3108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59" y="1280160"/>
            <a:ext cx="347472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79" y="1463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APPLICATION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1783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Node.js + Express.js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21945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RESTful API (30+ endpoints)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245059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JWT Auth + RBAC middleware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79" y="270662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Timetable generation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2962656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Leave→Timetable sync 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0999" y="2560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598" y="1280160"/>
            <a:ext cx="3474720" cy="3108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598" y="1280160"/>
            <a:ext cx="347472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18" y="1463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18" y="1783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MongoDB + Mongoose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18" y="21945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9 collections/models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18" y="245059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Indexed queries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8" y="270662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AES-256 encrypted fields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18" y="2962656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Compound unique constraints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DATA FLOW — LEAVE MANAGEMENT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892040"/>
            <a:ext cx="73152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1520" y="5120640"/>
            <a:ext cx="18288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371600" y="521208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23036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Faculty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760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Submits</a:t>
            </a:r>
            <a:br/>
            <a:r>
              <a:t>Leave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60320" y="55778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971800" y="5120640"/>
            <a:ext cx="18288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611880" y="521208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63240" y="523036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HOD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63240" y="5760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Reviews</a:t>
            </a:r>
            <a:br/>
            <a:r>
              <a:t>&amp; Approves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00600" y="55778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212080" y="5120640"/>
            <a:ext cx="18288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852160" y="521208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03520" y="523036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Leave</a:t>
            </a:r>
            <a:br/>
            <a:r>
              <a:t>Service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0" y="5760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Syncs</a:t>
            </a:r>
            <a:br/>
            <a:r>
              <a:t>Timetable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0880" y="55778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52360" y="5120640"/>
            <a:ext cx="18288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092440" y="521208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43800" y="523036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Adjusted</a:t>
            </a:r>
            <a:br/>
            <a:r>
              <a:t>TT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43800" y="5760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Generated</a:t>
            </a:r>
            <a:br/>
            <a:r>
              <a:t>w/ Subs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81160" y="55778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692640" y="5120640"/>
            <a:ext cx="18288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332720" y="5212080"/>
            <a:ext cx="457200" cy="45720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784080" y="523036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All Roles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84080" y="5760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View</a:t>
            </a:r>
            <a:br/>
            <a:r>
              <a:t>Changes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4/12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0120"/>
            <a:ext cx="10972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303520" cy="1554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54864" cy="1554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3258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325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Authentication, JWT, RBAC middleware, database schema design with 9 Mongoose models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188720"/>
            <a:ext cx="5303520" cy="1554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188720"/>
            <a:ext cx="54864" cy="1554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3258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1325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Admin Module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16916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Staff CRUD, bulk Excel/CSV import with auto-credential generation, AES-256 encryption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971800"/>
            <a:ext cx="5303520" cy="1554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971800"/>
            <a:ext cx="54864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108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108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Timetable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4747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Workload parsing, constraint-based scheduling algorithm, lab/theory slot distribution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971800"/>
            <a:ext cx="5303520" cy="1554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2971800"/>
            <a:ext cx="54864" cy="1554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3108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108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Leave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4747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Leave workflow, approval chain (Faculty→HOD→Principal), timetable auto-adjustment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754880"/>
            <a:ext cx="5303520" cy="1554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4754880"/>
            <a:ext cx="54864" cy="155448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8920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43F5E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4892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Role Dashboards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2578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Principal, HOD, Faculty, Student dashboards with role-specific views and operations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4754880"/>
            <a:ext cx="5303520" cy="1554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4754880"/>
            <a:ext cx="54864" cy="1554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48920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366F1"/>
                </a:solidFill>
                <a:latin typeface="Calibri"/>
              </a:defRPr>
            </a:pPr>
            <a:r>
              <a:t>Phase 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4892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Polish &amp; Security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52578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Input sanitization, rate limiting, error boundaries, responsive UI, animations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5/12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DATABASE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0120"/>
            <a:ext cx="10972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34747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17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7373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Auth, JWT, roles (5 types)</a:t>
            </a:r>
            <a:br/>
            <a:r>
              <a:t>passwordHash + encrypted plain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28016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1280160"/>
            <a:ext cx="347472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1417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Faculty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17373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Employee profiles, HOD flag</a:t>
            </a:r>
            <a:br/>
            <a:r>
              <a:t>workload hours, department link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598" y="128016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598" y="1280160"/>
            <a:ext cx="347472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198" y="1417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Students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198" y="17373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Self-registered, auto reg.no</a:t>
            </a:r>
            <a:br/>
            <a:r>
              <a:t>CGPA, attendance, demographics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97180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2971800"/>
            <a:ext cx="34747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108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Departments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4290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HOD ref, hour rules</a:t>
            </a:r>
            <a:br/>
            <a:r>
              <a:t>BCA: 20hrs, Commerce: 16hrs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59" y="297180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59" y="2971800"/>
            <a:ext cx="347472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59" y="3108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3F5E"/>
                </a:solidFill>
                <a:latin typeface="Calibri"/>
              </a:defRPr>
            </a:pPr>
            <a:r>
              <a:t>Timetables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59" y="34290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Slot arrays with faculty refs</a:t>
            </a:r>
            <a:br/>
            <a:r>
              <a:t>isOnLeave, leaveId tracking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598" y="297180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598" y="2971800"/>
            <a:ext cx="34747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198" y="3108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LeaveRequests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198" y="34290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Approval chain, requester role</a:t>
            </a:r>
            <a:br/>
            <a:r>
              <a:t>timetable slots affected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66344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4663440"/>
            <a:ext cx="34747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4800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AdjustedTimetable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51206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Substitute assignments</a:t>
            </a:r>
            <a:br/>
            <a:r>
              <a:t>auto-generated on approval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80559" y="466344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80559" y="4663440"/>
            <a:ext cx="3474720" cy="36576"/>
          </a:xfrm>
          <a:prstGeom prst="rect">
            <a:avLst/>
          </a:prstGeom>
          <a:solidFill>
            <a:srgbClr val="D94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09159" y="4800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46EF"/>
                </a:solidFill>
                <a:latin typeface="Calibri"/>
              </a:defRPr>
            </a:pPr>
            <a:r>
              <a:t>FacultyWorkload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9159" y="51206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Excel upload tracking</a:t>
            </a:r>
            <a:br/>
            <a:r>
              <a:t>parsed records, status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598" y="466344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29598" y="4663440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58198" y="4800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Calibri"/>
              </a:defRPr>
            </a:pPr>
            <a:r>
              <a:t>Syllabus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198" y="51206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PDF uploads by HOD</a:t>
            </a:r>
            <a:br/>
            <a:r>
              <a:t>department-scoped 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6/12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TASK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Automated Timetable Generation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303520" cy="2377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INPUT: Faculty Workload Excel/CSV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7373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Teacher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7373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Ravikumar 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97510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Department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97510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BCA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21284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Subjects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21284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OS, Web Programming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45059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Year / Section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45059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3 /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68833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Weekly Hours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68833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280160"/>
            <a:ext cx="5303520" cy="2377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ALGORITHM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1737360"/>
            <a:ext cx="4754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1. Parse Excel → group by (dept, year, section)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1993392"/>
            <a:ext cx="4754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2. Separate subjects into theory &amp; lab lists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249424"/>
            <a:ext cx="4754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3. Apply dept hour rules (BCA: 20h, BBA: 16h)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505456"/>
            <a:ext cx="4754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4. Assign theory slots (1h blocks, round-robin days)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761488"/>
            <a:ext cx="4754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5. Assign lab slots (2h consecutive blocks)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017520"/>
            <a:ext cx="4754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6. Conflict check: no faculty double-booking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273552"/>
            <a:ext cx="4754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7. Global occupancy map across all sections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OUTPUT: Generated Timetable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160520"/>
            <a:ext cx="73152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4297680"/>
            <a:ext cx="1069848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3891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Calibri"/>
              </a:defRPr>
            </a:pPr>
            <a:r>
              <a:t>Period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43891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  <a:latin typeface="Calibri"/>
              </a:defRPr>
            </a:pPr>
            <a:r>
              <a:t>Mon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7560" y="43891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  <a:latin typeface="Calibri"/>
              </a:defRPr>
            </a:pPr>
            <a:r>
              <a:t>Tue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43891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  <a:latin typeface="Calibri"/>
              </a:defRPr>
            </a:pPr>
            <a:r>
              <a:t>Wed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3891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  <a:latin typeface="Calibri"/>
              </a:defRPr>
            </a:pPr>
            <a:r>
              <a:t>Thu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43891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  <a:latin typeface="Calibri"/>
              </a:defRPr>
            </a:pPr>
            <a:r>
              <a:t>Fri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43891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  <a:latin typeface="Calibri"/>
              </a:defRPr>
            </a:pPr>
            <a:r>
              <a:t>Sat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70916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P1 (9-10)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828800" y="4709160"/>
            <a:ext cx="1371600" cy="438912"/>
          </a:xfrm>
          <a:prstGeom prst="round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74520" y="4727448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OS</a:t>
            </a:r>
            <a:br/>
            <a:r>
              <a:t>Ravikumar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37560" y="4709160"/>
            <a:ext cx="1371600" cy="438912"/>
          </a:xfrm>
          <a:prstGeom prst="round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83280" y="4727448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Web</a:t>
            </a:r>
            <a:br/>
            <a:r>
              <a:t>Nethra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846320" y="4709160"/>
            <a:ext cx="1371600" cy="438912"/>
          </a:xfrm>
          <a:prstGeom prst="round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92040" y="4727448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DBMS</a:t>
            </a:r>
            <a:br/>
            <a:r>
              <a:t>Sowmya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55080" y="4709160"/>
            <a:ext cx="1371600" cy="438912"/>
          </a:xfrm>
          <a:prstGeom prst="round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4727448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OS</a:t>
            </a:r>
            <a:br/>
            <a:r>
              <a:t>Ravikumar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863840" y="4709160"/>
            <a:ext cx="1371600" cy="438912"/>
          </a:xfrm>
          <a:prstGeom prst="round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09560" y="4727448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Web</a:t>
            </a:r>
            <a:br/>
            <a:r>
              <a:t>Nethra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372600" y="4709160"/>
            <a:ext cx="1371600" cy="438912"/>
          </a:xfrm>
          <a:prstGeom prst="round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18320" y="4727448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DBMS</a:t>
            </a:r>
            <a:br/>
            <a:r>
              <a:t>Sowmya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521208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P2 (10-11)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828800" y="5212080"/>
            <a:ext cx="1371600" cy="438912"/>
          </a:xfrm>
          <a:prstGeom prst="round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874520" y="5230368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Web</a:t>
            </a:r>
            <a:br/>
            <a:r>
              <a:t>Nethra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337560" y="5212080"/>
            <a:ext cx="1371600" cy="438912"/>
          </a:xfrm>
          <a:prstGeom prst="round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83280" y="5230368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DBMS</a:t>
            </a:r>
            <a:br/>
            <a:r>
              <a:t>Sowmya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846320" y="5212080"/>
            <a:ext cx="1371600" cy="438912"/>
          </a:xfrm>
          <a:prstGeom prst="round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892040" y="5230368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OS</a:t>
            </a:r>
            <a:br/>
            <a:r>
              <a:t>Ravikumar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355080" y="5212080"/>
            <a:ext cx="1371600" cy="438912"/>
          </a:xfrm>
          <a:prstGeom prst="round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0" y="5230368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Web</a:t>
            </a:r>
            <a:br/>
            <a:r>
              <a:t>Nethra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863840" y="5212080"/>
            <a:ext cx="1371600" cy="438912"/>
          </a:xfrm>
          <a:prstGeom prst="round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909560" y="5230368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OS</a:t>
            </a:r>
            <a:br/>
            <a:r>
              <a:t>Ravikumar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372600" y="5212080"/>
            <a:ext cx="1371600" cy="43891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418320" y="5230368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4400" y="571500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P3 (11-12)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828800" y="5715000"/>
            <a:ext cx="1371600" cy="438912"/>
          </a:xfrm>
          <a:prstGeom prst="round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874520" y="5733288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DBMS</a:t>
            </a:r>
            <a:br/>
            <a:r>
              <a:t>Sowmya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337560" y="5715000"/>
            <a:ext cx="1371600" cy="438912"/>
          </a:xfrm>
          <a:prstGeom prst="round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383280" y="5733288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OS</a:t>
            </a:r>
            <a:br/>
            <a:r>
              <a:t>Ravikumar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846320" y="5715000"/>
            <a:ext cx="1371600" cy="43891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892040" y="5733288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355080" y="5715000"/>
            <a:ext cx="1371600" cy="438912"/>
          </a:xfrm>
          <a:prstGeom prst="round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00800" y="5733288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DBMS</a:t>
            </a:r>
            <a:br/>
            <a:r>
              <a:t>Sowmya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863840" y="5715000"/>
            <a:ext cx="1371600" cy="438912"/>
          </a:xfrm>
          <a:prstGeom prst="round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909560" y="5733288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Web</a:t>
            </a:r>
            <a:br/>
            <a:r>
              <a:t>Nethra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372600" y="5715000"/>
            <a:ext cx="1371600" cy="43891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418320" y="5733288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OS Lab</a:t>
            </a:r>
            <a:br/>
            <a:r>
              <a:t>Ravikumar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7/12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Calibri"/>
              </a:defRPr>
            </a:pPr>
            <a:r>
              <a:t>TASK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Leave Management &amp; Adjusted Timetable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Calibri"/>
              </a:defRPr>
            </a:pPr>
            <a:r>
              <a:t>APPROVAL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92024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192024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373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Faculty</a:t>
            </a:r>
            <a:br/>
            <a:r>
              <a:t>Applies Leave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9202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1645920"/>
            <a:ext cx="192024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71800" y="1645920"/>
            <a:ext cx="192024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17373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HOD</a:t>
            </a:r>
            <a:br/>
            <a:r>
              <a:t>Reviews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19202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1645920"/>
            <a:ext cx="192024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12080" y="1645920"/>
            <a:ext cx="19202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17373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Auto-Adjust</a:t>
            </a:r>
            <a:br/>
            <a:r>
              <a:t>Timetable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19202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1645920"/>
            <a:ext cx="192024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52360" y="1645920"/>
            <a:ext cx="192024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0" y="17373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Substitute</a:t>
            </a:r>
            <a:br/>
            <a:r>
              <a:t>Assigned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19202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1645920"/>
            <a:ext cx="192024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92640" y="1645920"/>
            <a:ext cx="192024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17373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All Roles</a:t>
            </a:r>
            <a:br/>
            <a:r>
              <a:t>See Changes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2834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HOD Leave:  HOD applies  →  Principal reviews  →  Same auto-adjustment flow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291840"/>
            <a:ext cx="5303520" cy="3017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" y="3401568"/>
            <a:ext cx="36576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520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On Leave Approval — Backend Actions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38862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1. Mark affected master timetable slots as isOnLeave=true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41148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2. Record timetableSlotsAffected on the leave request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3434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3. Query department faculty for available substitutes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45720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4. Build occupancy map to avoid double-booking subs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48006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5. Generate AdjustedTimetable documents with sub assignments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50292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6. If no master timetable exists, create fallback entries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52578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7. On rejection: revert all markings &amp; delete adjusted TTs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3291840"/>
            <a:ext cx="5303520" cy="3017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37960" y="3401568"/>
            <a:ext cx="36576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3520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Adjusted Timetable Output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38862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Date-specific timetable with substitute info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41148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Original faculty name + substitute faculty name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9400" y="43434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Status: 'substituted' or 'cancelled' per slot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720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Visible to: Admin, Principal, HOD, Faculty, Students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9400" y="48006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Auto-cleaned when leave is rejected or cancelled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29400" y="50292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Supports both faculty AND HOD leave requests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52578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Fallback mode if no master timetable exists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8/12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TASK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Bulk Staff Import &amp; Credential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3035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389888"/>
            <a:ext cx="36576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Bulk Import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8745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Admin uploads Excel/CSV with staff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031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Supports both .xlsx and .xls (legacy) formats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317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Auto-generates username: firstname.lastname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603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Auto-generates secure 8-char password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7889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Password hashed with bcrypt (stored as passwordHash)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0175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Raw password encrypted with AES-256-CBC (passwordPlain)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2461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Creates User + Faculty records atomically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4747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Returns summary: imported / skipped / errors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280160"/>
            <a:ext cx="53035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37960" y="1389888"/>
            <a:ext cx="365760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508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Credential Security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18745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AES-256-CBC encryption for recoverable passwords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1031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CREDENTIAL_ENCRYPTION_KEY in environment variables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3317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Admin can decrypt &amp; relay credentials to faculty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5603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Admin can reset passwords with auto/custom option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7889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Rate-limited credential view (10 req/min)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0175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Permanent deletion frees email for re-registration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32461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Faculty can view their own profile credentials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ROLE-BASED DASHBOARDS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526280"/>
            <a:ext cx="73152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4754880"/>
            <a:ext cx="201168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4754880"/>
            <a:ext cx="20116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892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21208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Full CRUD, bulk import</a:t>
            </a:r>
            <a:br/>
            <a:r>
              <a:t>staff/student mgmt</a:t>
            </a:r>
            <a:br/>
            <a:r>
              <a:t>credential view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71800" y="4754880"/>
            <a:ext cx="201168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971800" y="4754880"/>
            <a:ext cx="20116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54680" y="4892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Principal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54680" y="521208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Department oversight</a:t>
            </a:r>
            <a:br/>
            <a:r>
              <a:t>HOD leave approval</a:t>
            </a:r>
            <a:br/>
            <a:r>
              <a:t>faculty/student view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212080" y="4754880"/>
            <a:ext cx="201168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212080" y="4754880"/>
            <a:ext cx="201168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94960" y="4892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Calibri"/>
              </a:defRPr>
            </a:pPr>
            <a:r>
              <a:t>HOD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4960" y="521208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Dept faculty mgmt</a:t>
            </a:r>
            <a:br/>
            <a:r>
              <a:t>leave approval</a:t>
            </a:r>
            <a:br/>
            <a:r>
              <a:t>syllabus upload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52360" y="4754880"/>
            <a:ext cx="201168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0" y="4754880"/>
            <a:ext cx="20116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35240" y="4892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Faculty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521208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Profile, timetable</a:t>
            </a:r>
            <a:br/>
            <a:r>
              <a:t>leave application</a:t>
            </a:r>
            <a:br/>
            <a:r>
              <a:t>schedule view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92640" y="4754880"/>
            <a:ext cx="201168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692640" y="4754880"/>
            <a:ext cx="201168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75520" y="4892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3F5E"/>
                </a:solidFill>
                <a:latin typeface="Calibri"/>
              </a:defRPr>
            </a:pPr>
            <a:r>
              <a:t>Student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75520" y="521208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Self-registration</a:t>
            </a:r>
            <a:br/>
            <a:r>
              <a:t>timetable &amp; syllabus</a:t>
            </a:r>
            <a:br/>
            <a:r>
              <a:t>attendance 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9/12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3F5E"/>
                </a:solidFill>
                <a:latin typeface="Calibri"/>
              </a:defRPr>
            </a:pPr>
            <a:r>
              <a:t>TASK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Student Registration &amp; Security Measures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3035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389888"/>
            <a:ext cx="36576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Student Self-Registration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8745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Student fills registration form (name, email, phone, dept, course)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031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Backend validates uniqueness (email + phone compound index)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317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Auto-generates register number: DEPT-YEAR-SERIAL (e.g. BCA-2025-001)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603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Creates User (role=student) + Student record atomically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7889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Returns JWT token — student is logged in immediately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0175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Duplicate prevention via individual + compound unique indexes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280160"/>
            <a:ext cx="53035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37960" y="1389888"/>
            <a:ext cx="36576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508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Security Implementation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8745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JWT Access Tokens (15min) + Refresh Tokens (7 days)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1031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bcrypt password hashing with salt rounds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3317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AES-256-CBC encrypted credential 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5603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Helmet.js HTTP security headers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7889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express-mongo-sanitize against NoSQL injection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0175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Rate limiting: 100 req/15min general, 5/15min auth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PROJECT STATISTICS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160520"/>
            <a:ext cx="73152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4389120"/>
            <a:ext cx="2011680" cy="1280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526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Calibri"/>
              </a:defRPr>
            </a:pPr>
            <a:r>
              <a:t>30+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029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API Endpoints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71800" y="4389120"/>
            <a:ext cx="2011680" cy="1280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54680" y="4526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80" y="5029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Database Models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212080" y="4389120"/>
            <a:ext cx="2011680" cy="1280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94960" y="4526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8B5CF6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5029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User Roles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52360" y="4389120"/>
            <a:ext cx="2011680" cy="1280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35240" y="4526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5029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Services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92640" y="4389120"/>
            <a:ext cx="2011680" cy="1280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75520" y="4526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43F5E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0" y="5029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RBAC Coverage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5760720"/>
            <a:ext cx="201168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8338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366F1"/>
                </a:solidFill>
                <a:latin typeface="Calibri"/>
              </a:defRPr>
            </a:pPr>
            <a:r>
              <a:t>Excel + CSV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61264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File Import Support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971800" y="5760720"/>
            <a:ext cx="201168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08960" y="58338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Calibri"/>
              </a:defRPr>
            </a:pPr>
            <a:r>
              <a:t>AES-256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08960" y="61264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Credential Encryption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212080" y="5760720"/>
            <a:ext cx="201168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49240" y="58338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946EF"/>
                </a:solidFill>
                <a:latin typeface="Calibri"/>
              </a:defRPr>
            </a:pPr>
            <a:r>
              <a:t>JWT + RBAC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49240" y="61264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Auth Architecture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52360" y="5760720"/>
            <a:ext cx="201168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89520" y="58338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97316"/>
                </a:solidFill>
                <a:latin typeface="Calibri"/>
              </a:defRPr>
            </a:pPr>
            <a:r>
              <a:t>MongoDB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89520" y="61264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NoSQL Database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692640" y="5760720"/>
            <a:ext cx="201168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29800" y="58338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React+TS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29800" y="61264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Type-Safe Frontend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10/12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0120"/>
            <a:ext cx="10972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Edu-Sync successfully demonstrates how modern web technologies can transform college management from fragmented manual processes into a cohesive, automated digital platform.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53035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2212848"/>
            <a:ext cx="36576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Key Achievements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974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Built end-to-end MERN application with 30+ API endpoints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9260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Automated timetable generation with conflict resolution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Implemented leave-to-timetable auto-adjustment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3832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Designed secure credential management with AES-256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6118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Created role-based dashboards for 5 distinct user types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8404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Supported bulk data import for institutional scalability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103120"/>
            <a:ext cx="53035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37960" y="2212848"/>
            <a:ext cx="36576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3317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Future Enhancements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6974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Mobile responsive PWA for on-the-go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9260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Email/SMS notifications for leave status updates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1546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Analytics dashboard with attendance trends &amp; 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3832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AI-powered timetable optimization suggestions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6118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Integration with biometric attendance systems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8404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Real-time WebSocket notifications across roles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572000"/>
            <a:ext cx="1088136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8680" y="4681728"/>
            <a:ext cx="36576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800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Key Learnings from this Internship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166360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Full-stack development lifecycle: requirements → design → implementation → testing → deployment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394960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Database schema design for complex relationships (9 interconnected Mongoose models with references &amp; embedded docs)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623560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Security best practices: JWT auth, encryption, input sanitization, rate limiting, RBAC middleware design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852160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Algorithm design for constraint-based scheduling (timetable generation with multi-dimensional conflict avoidance)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83464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108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4A3B8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389120"/>
            <a:ext cx="292608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4480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48006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Edu-Sync</a:t>
            </a:r>
            <a:br/>
            <a:r>
              <a:t>College Management 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4389120"/>
            <a:ext cx="292608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4480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48006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MERN Stack</a:t>
            </a:r>
            <a:br/>
            <a:r>
              <a:t>MongoDB • Express • React • Node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4389120"/>
            <a:ext cx="292608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4480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Contact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48006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Nandan</a:t>
            </a:r>
            <a:br/>
            <a:r>
              <a:t>nandan@email.com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